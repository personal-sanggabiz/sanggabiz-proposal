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880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KUALITAS DAN KAPABILITAS TIM · CV PERSONEL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85655" y="365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92647"/>
                </a:solidFill>
                <a:latin typeface="Montserrat ExtraBold"/>
                <a:ea typeface="Montserrat ExtraBold"/>
                <a:cs typeface="Montserrat ExtraBold"/>
              </a:rPr>
              <a:t>sanggabiz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880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92647"/>
                </a:solidFill>
                <a:latin typeface="Montserrat ExtraBold"/>
                <a:ea typeface="Montserrat ExtraBold"/>
                <a:cs typeface="Montserrat ExtraBold"/>
              </a:rPr>
              <a:t>Koordinator Lapangan</a:t>
            </a:r>
          </a:p>
        </p:txBody>
      </p:sp>
      <p:pic>
        <p:nvPicPr>
          <p:cNvPr id="5" name="Picture 4" descr="cache_lulu_photo_105x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960120" cy="960120"/>
          </a:xfrm>
          <a:prstGeom prst="round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700784" y="1417320"/>
            <a:ext cx="2322576" cy="1234440"/>
          </a:xfrm>
          <a:prstGeom prst="roundRect">
            <a:avLst>
              <a:gd name="adj" fmla="val 7407"/>
            </a:avLst>
          </a:prstGeom>
          <a:solidFill>
            <a:srgbClr val="09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0" y="1545336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Lu'lu' Al Adhliyani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11095"/>
            <a:ext cx="206654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6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Saat ini Academic Product Manager Trainee di Sanggabiz; berpengalaman koordinasi lapangan dan acara skala besar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 spc="6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PENDIDIKAN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30" b="1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S1 </a:t>
            </a:r>
            <a:r>
              <a:rPr sz="93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- Ekonomi Pertanian (Sarjana Pertanian, S.P.)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3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Universitas Gadjah 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 spc="6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KEAHLIAN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95344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3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Training and Development (HR), Product Management, Event Management. Perancangan kurikulum (learning journey), kemitraan pendidikan, dan pengelolaan acara berskala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800600"/>
            <a:ext cx="3429000" cy="1051560"/>
          </a:xfrm>
          <a:prstGeom prst="roundRect">
            <a:avLst>
              <a:gd name="adj" fmla="val 8695"/>
            </a:avLst>
          </a:prstGeom>
          <a:solidFill>
            <a:srgbClr val="E6F0F4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" y="4928616"/>
            <a:ext cx="313639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1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Mengoordinasikan logistik dan lapangan untuk acara 3.000+ peserta (AgriFest, pendanaan Rp250 juta) dan memfasilitasi 251 mahasiswa dari 61 universitas untuk program MBKM.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417320"/>
            <a:ext cx="725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PENGALAMAN KERJA RELEVAN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09928"/>
            <a:ext cx="7253935" cy="18288"/>
          </a:xfrm>
          <a:prstGeom prst="rect">
            <a:avLst/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43400" y="1856232"/>
            <a:ext cx="7253935" cy="1298448"/>
          </a:xfrm>
          <a:prstGeom prst="roundRect">
            <a:avLst>
              <a:gd name="adj" fmla="val 4225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07992" y="1947672"/>
            <a:ext cx="692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Pusat Inovasi Agroteknologi (PIAT) UGM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167128"/>
            <a:ext cx="69247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Field Coordinator &amp; Organizing Committee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386584"/>
            <a:ext cx="69247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8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Mengoordinasikan kegiatan lapangan dan logistik acara skala besar, termasuk AgriFest dengan 3.000+ peserta dan pendanaan Rp250.000.000. Pengalaman langsung sebagai koordinator lapangan untuk acara multi-hari dengan banyak pemangku kepentingan.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64408"/>
            <a:ext cx="725393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07992" y="3355848"/>
            <a:ext cx="692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Universitas Gadjah Mada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575304"/>
            <a:ext cx="69247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Panitia MBKM dan Tim Teknis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794760"/>
            <a:ext cx="69247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8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Memfasilitasi 251 mahasiswa dari 61 universitas untuk program Merdeka Belajar Kampus Merdeka (MBKM), mengoordinasikan penempatan, administrasi, dan komunikasi lintas institusi pendidikan tinggi.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672584"/>
            <a:ext cx="7253935" cy="1298448"/>
          </a:xfrm>
          <a:prstGeom prst="roundRect">
            <a:avLst>
              <a:gd name="adj" fmla="val 4225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07992" y="4764024"/>
            <a:ext cx="692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Skill Academy by Ruangguru &amp; Dompet Dhuafa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983480"/>
            <a:ext cx="69247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Product Management dan Kemitraan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5202936"/>
            <a:ext cx="69247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80" b="0" i="0">
                <a:solidFill>
                  <a:srgbClr val="1D2733"/>
                </a:solidFill>
                <a:latin typeface="Montserrat"/>
                <a:ea typeface="Montserrat"/>
                <a:cs typeface="Montserrat"/>
              </a:rPr>
              <a:t>Pengalaman product management pada program pelatihan skala nasional serta kerja sama program sosial-pendidikan. Mengoordinasikan program magang untuk ratusan siswa dan mahasiswa.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 i="0">
                <a:solidFill>
                  <a:srgbClr val="7A8899"/>
                </a:solidFill>
                <a:latin typeface="Montserrat"/>
                <a:ea typeface="Montserrat"/>
                <a:cs typeface="Montserrat"/>
              </a:rPr>
              <a:t>CV lengkap dilampirkan sesuai RFP Lampiran 1 poin 7 (Deskripsi Organisasi dan Staf)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293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