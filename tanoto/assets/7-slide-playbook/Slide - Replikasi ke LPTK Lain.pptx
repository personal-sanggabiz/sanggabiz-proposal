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file/d/1Rp2BrCTw9iHn3NjE76ZsKqHxOob5SSna/view" TargetMode="Externa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STRATEGI KEBERLANJUTAN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Replikasi ke LPTK 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10029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Playbook Akreditasi-Ready: panduan ringkas dan rekomendasi tahapan untuk 172 LPTK penyelenggara PPG.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364327" cy="3776472"/>
          </a:xfrm>
          <a:prstGeom prst="roundRect">
            <a:avLst>
              <a:gd name="adj" fmla="val 3389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8952" y="1783080"/>
            <a:ext cx="50351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Tentang dan 5 Langkah Menuju Akreditasi Unggul</a:t>
            </a:r>
          </a:p>
        </p:txBody>
      </p:sp>
      <p:pic>
        <p:nvPicPr>
          <p:cNvPr id="7" name="Picture 6" descr="cache_prev_p2_558x3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093976"/>
            <a:ext cx="5108295" cy="3246120"/>
          </a:xfrm>
          <a:prstGeom prst="roundRect">
            <a:avLst/>
          </a:prstGeom>
          <a:ln w="31750">
            <a:solidFill>
              <a:srgbClr val="FFFFF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233007" y="1691640"/>
            <a:ext cx="5364327" cy="3776472"/>
          </a:xfrm>
          <a:prstGeom prst="roundRect">
            <a:avLst>
              <a:gd name="adj" fmla="val 3389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97599" y="1783080"/>
            <a:ext cx="50351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Checklist Kesiapan Akreditasi Unggul</a:t>
            </a:r>
          </a:p>
        </p:txBody>
      </p:sp>
      <p:pic>
        <p:nvPicPr>
          <p:cNvPr id="10" name="Picture 9" descr="cache_prev_p3_558x3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23" y="2093976"/>
            <a:ext cx="5108295" cy="3246120"/>
          </a:xfrm>
          <a:prstGeom prst="roundRect">
            <a:avLst/>
          </a:prstGeom>
          <a:ln w="31750">
            <a:solidFill>
              <a:srgbClr val="FFFFF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594360" y="5596127"/>
            <a:ext cx="1056132" cy="29260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5596127"/>
            <a:ext cx="10561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 halaman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0219" y="5596127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60219" y="5596127"/>
            <a:ext cx="1490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contoh ringkas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0420" y="5596127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60420" y="5596127"/>
            <a:ext cx="14904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untuk 172 LPTK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5495" y="5596127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5875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lin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223" y="5623559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07831" y="5596127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C00C"/>
                </a:solidFill>
                <a:latin typeface="Montserrat"/>
                <a:ea typeface="Montserrat"/>
                <a:cs typeface="Montserrat"/>
                <a:hlinkClick r:id="rId5"/>
              </a:rPr>
              <a:t>Buka di Google Drive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0175"/>
            <a:ext cx="11002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850" b="0" i="0">
                <a:solidFill>
                  <a:srgbClr val="2F7E9D"/>
                </a:solidFill>
                <a:latin typeface="Montserrat"/>
                <a:ea typeface="Montserrat"/>
                <a:cs typeface="Montserrat"/>
                <a:hlinkClick r:id="rId5"/>
              </a:rPr>
              <a:t>https://drive.google.com/file/d/1Rp2BrCTw9iHn3NjE76ZsKqHxOob5SSna/view</a:t>
            </a:r>
          </a:p>
        </p:txBody>
      </p:sp>
      <p:pic>
        <p:nvPicPr>
          <p:cNvPr id="21" name="Picture 20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6446520"/>
            <a:ext cx="1109163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Slide berdiri sendiri, dipakai di Google Slides langsung (bukan bagian PPTX/PDF utama)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